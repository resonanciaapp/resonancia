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0C0C"/>
          </a:solidFill>
          <a:ln w="12700">
            <a:solidFill>
              <a:srgbClr val="4A0C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Guía para el Productor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— Formato · Loops · Niveles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9050">
            <a:solidFill>
              <a:srgbClr val="3D0E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344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Formato obligatorio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AAC (.m4a)  —  no MP3, no WAV, no Opus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74520"/>
          <a:ext cx="56692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83464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sonido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0C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0C0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Cuencos, gongs, campanas, ambient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9C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AAC 256 kbps VBR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Voz guiada / meditación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9C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AAC 128–192 kbps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 cortos de naturaleza (bundle)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9C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AAC 128–160 kbps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0" y="123444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Loops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0" y="1627632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Empalme seamless: el último sample une con el primero sin clic ni silencio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0" y="2029968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Cortar en cruce por cero o en posición de fase neutra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0" y="2432304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Naturaleza: evitar golpes de ola o pájaros justo al inicio/final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00800" y="28346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Duración recomendada: 20–60 segundos por loop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0" y="3236976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Cuencos/gongs: reverb debe morir antes del punto de loop (o crossfade 500 ms–1 s)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74320" y="4251960"/>
            <a:ext cx="11612880" cy="0"/>
          </a:xfrm>
          <a:prstGeom prst="line">
            <a:avLst/>
          </a:prstGeom>
          <a:noFill/>
          <a:ln w="12700">
            <a:solidFill>
              <a:srgbClr val="3D0E1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74320" y="437083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Niveles y dinámica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274320" y="4754880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Pico máximo: –1 dBFS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74320" y="5102352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Loudness objetivo: –18 a –23 LUFS  (contenido dinámico, no aplastado)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74320" y="5449824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Evitar limiters agresivos — se pierde profundidad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74320" y="5797296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Binaurales: mismo nivel en ambos canales (salvo diferencia de frecuencia intencional)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0" y="6720840"/>
            <a:ext cx="12192000" cy="137160"/>
          </a:xfrm>
          <a:prstGeom prst="rect">
            <a:avLst/>
          </a:prstGeom>
          <a:solidFill>
            <a:srgbClr val="4A0C0C"/>
          </a:solidFill>
          <a:ln w="12700">
            <a:solidFill>
              <a:srgbClr val="4A0C0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4320" y="667512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RESONANCIA — Casa del Cuenco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430000" y="6675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0C0C"/>
          </a:solidFill>
          <a:ln w="12700">
            <a:solidFill>
              <a:srgbClr val="4A0C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Guía para el Productor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— Efectos · BPM · Checklist final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9050">
            <a:solidFill>
              <a:srgbClr val="3D0E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88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Efectos recomendados para relajación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572768"/>
          <a:ext cx="7315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94560"/>
                <a:gridCol w="365760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0C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0C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0C0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Cuencos, campanas, instrumentos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Hall/Room 2–6 s decay · pre-delay 20–40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Fade in/out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archivos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Fade in 2–5 s al inicio · fade out 3–8 s al final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 sustractivo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Naturaleza, ambient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Cortar &lt;60–80 Hz · suavizar picos en 2–4 kHz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Stereo widener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Ambiente, texturas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Ampliar imagen; centro (voz/cuenco) mono-compatible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Chorus / Ensemble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Cuencos de cristal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Sutil 10–20% wet — sin distorsión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Cuencos ancestrales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4DA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Cuartos/corcheas sincronizados · 1–2 repeticiones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3D0E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40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818120" y="1188720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BPM y tempo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818120" y="1600200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Loops de naturaleza: tempo libre, sin sincronización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18120" y="1929384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Cuencos / percusión: 40–70 BPM si hay pulso perceptible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818120" y="2258568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Binaurales — frecuencia de diferencia L/R: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587752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Delta 0.5–4 Hz → sueño profundo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18120" y="2916936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Theta 4–8 Hz → meditación profunda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18120" y="3246120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Alpha 8–13 Hz → relajación consciente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18120" y="3575304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Beta 13–30 Hz → concentración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18120" y="3904488"/>
            <a:ext cx="4251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Gamma 30–100 Hz → claridad e integración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74320" y="4251960"/>
            <a:ext cx="11612880" cy="0"/>
          </a:xfrm>
          <a:prstGeom prst="line">
            <a:avLst/>
          </a:prstGeom>
          <a:noFill/>
          <a:ln w="12700">
            <a:solidFill>
              <a:srgbClr val="3D0E1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4320" y="434340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Checklist final por archivo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74320" y="473659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Formato AAC .m4a al bitrate correcto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74320" y="5084064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Loop seamless probado en bucle 3–5 veces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74320" y="5431536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Pico máximo –1 dBFS · LUFS entre –18 y –23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74320" y="5779008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Fade in al inicio (2–5 s)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217920" y="473659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Sin ruidos de fondo ni clics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217920" y="5084064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Estéreo balanceado, mono-compatible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17920" y="5431536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Binaurales: frecuencias L/R correctas según tipo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0" y="6720840"/>
            <a:ext cx="12192000" cy="137160"/>
          </a:xfrm>
          <a:prstGeom prst="rect">
            <a:avLst/>
          </a:prstGeom>
          <a:solidFill>
            <a:srgbClr val="4A0C0C"/>
          </a:solidFill>
          <a:ln w="12700">
            <a:solidFill>
              <a:srgbClr val="4A0C0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74320" y="667512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RESONANCIA — Casa del Cuenco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11430000" y="6675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0C0C"/>
          </a:solidFill>
          <a:ln w="12700">
            <a:solidFill>
              <a:srgbClr val="4A0C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Guía para el Productor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— Clips cortos vs Clips largos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9050">
            <a:solidFill>
              <a:srgbClr val="3D0E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234440"/>
            <a:ext cx="5440680" cy="420624"/>
          </a:xfrm>
          <a:prstGeom prst="rect">
            <a:avLst/>
          </a:prstGeom>
          <a:solidFill>
            <a:srgbClr val="4A0C0C"/>
          </a:solidFill>
          <a:ln w="12700">
            <a:solidFill>
              <a:srgbClr val="3D0E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34440"/>
            <a:ext cx="5440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Clips cortos  (30–40 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719072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individuales del mezclador (SOUND_MAP)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084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seamless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322576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— se escucha el punto de unión decenas de veces por sesión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" y="2743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Fade in/out en el archivo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2980944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incluir — el app controla el volumen con el slider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" y="3401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3639312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sonido limpio (el cuenco, el pájaro, el agua). Sin mezcla interna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405993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4297680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 y sin variación — es un loop continuo, no una composición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" y="471830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 / Reverb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4956048"/>
            <a:ext cx="5257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individual del instrumento. Reverb que muera antes del loop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99048" y="1234440"/>
            <a:ext cx="0" cy="5303520"/>
          </a:xfrm>
          <a:prstGeom prst="line">
            <a:avLst/>
          </a:prstGeom>
          <a:noFill/>
          <a:ln w="12700">
            <a:solidFill>
              <a:srgbClr val="3D0E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1234440"/>
            <a:ext cx="5577840" cy="420624"/>
          </a:xfrm>
          <a:prstGeom prst="rect">
            <a:avLst/>
          </a:prstGeom>
          <a:solidFill>
            <a:srgbClr val="4A0C0C"/>
          </a:solidFill>
          <a:ln w="12700">
            <a:solidFill>
              <a:srgbClr val="3D0E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1234440"/>
            <a:ext cx="5577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Clips largos  (2–3 min)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63640" y="171907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completa para el reproductor inmersivo (AUDIO_MAP / AMBIENT_MAP)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20848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seamless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2322576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Necesario si la sesión está marcada como loop — con 2–3 min la repetición es mucho menos perceptible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09360" y="27432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Fade in/out en el archivo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09360" y="2980944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recomendable — arranque suave y cierre gradual forman parte de la experiencia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09360" y="34015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3639312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Mezcla interna: cuencos + pajaritos + agua equilibrados en niveles por el productor antes de exportar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09360" y="405993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4297680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evolucionar — momentos más densos, silencios, variación. Es una composición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09360" y="471830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 / Reverb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4956048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DA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 global de la mezcla terminada. Verificar mono-compatibility del resultado final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6720840"/>
            <a:ext cx="12192000" cy="137160"/>
          </a:xfrm>
          <a:prstGeom prst="rect">
            <a:avLst/>
          </a:prstGeom>
          <a:solidFill>
            <a:srgbClr val="4A0C0C"/>
          </a:solidFill>
          <a:ln w="12700">
            <a:solidFill>
              <a:srgbClr val="4A0C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667512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RESONANCIA — Casa del Cuenco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1430000" y="6675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9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2026-06-14T01:05:22Z</dcterms:created>
  <dcterms:modified xsi:type="dcterms:W3CDTF">2026-06-14T01:05:22Z</dcterms:modified>
</cp:coreProperties>
</file>